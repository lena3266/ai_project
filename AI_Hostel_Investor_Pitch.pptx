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Student Hostel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face housing shortages</a:t>
            </a:r>
          </a:p>
          <a:p>
            <a:r>
              <a:t>• Manual hostel processes cause delays</a:t>
            </a:r>
          </a:p>
          <a:p>
            <a:r>
              <a:t>• Safety, allocation, billing issues</a:t>
            </a:r>
          </a:p>
          <a:p>
            <a:r>
              <a:t>• Universities lack real-time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hostel allocation</a:t>
            </a:r>
          </a:p>
          <a:p>
            <a:r>
              <a:t>• Smart occupancy tracking</a:t>
            </a:r>
          </a:p>
          <a:p>
            <a:r>
              <a:t>• Automated billing &amp; reporting</a:t>
            </a:r>
          </a:p>
          <a:p>
            <a:r>
              <a:t>• Predictive analytics for universities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B2B SaaS for universities</a:t>
            </a:r>
          </a:p>
          <a:p>
            <a:r>
              <a:t>• Per-student monthly pricing</a:t>
            </a:r>
          </a:p>
          <a:p>
            <a:r>
              <a:t>• Hostel automation add-ons</a:t>
            </a:r>
          </a:p>
          <a:p>
            <a:r>
              <a:t>• Data insights subscription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1,000+ institutions in East Africa</a:t>
            </a:r>
          </a:p>
          <a:p>
            <a:r>
              <a:t>• Growing student populations</a:t>
            </a:r>
          </a:p>
          <a:p>
            <a:r>
              <a:t>• Increasing demand for smart housing</a:t>
            </a:r>
          </a:p>
          <a:p>
            <a:r>
              <a:t>• High digital adoption 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1: $150,000</a:t>
            </a:r>
          </a:p>
          <a:p>
            <a:r>
              <a:t>• Year 2: $380,000</a:t>
            </a:r>
          </a:p>
          <a:p>
            <a:r>
              <a:t>• Year 3: $920,000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Seeking: $250,000</a:t>
            </a:r>
          </a:p>
          <a:p>
            <a:r>
              <a:t>• Use of funds:</a:t>
            </a:r>
          </a:p>
          <a:p>
            <a:r>
              <a:t>   - Product development</a:t>
            </a:r>
          </a:p>
          <a:p>
            <a:r>
              <a:t>   - Sales &amp; partnerships</a:t>
            </a:r>
          </a:p>
          <a:p>
            <a:r>
              <a:t>   - Expansion into 50+ campuses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